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Meeting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Priya Kasat</a:t>
            </a:r>
          </a:p>
          <a:p>
            <a:r>
              <a:t>Transforming Meeting Conversations into Actionable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Important information is buried in meeting transcripts</a:t>
            </a:r>
          </a:p>
          <a:p>
            <a:r>
              <a:t>• Tasks and deadlines are missed</a:t>
            </a:r>
          </a:p>
          <a:p>
            <a:r>
              <a:t>• Risks and escalations go untracked</a:t>
            </a:r>
          </a:p>
          <a:p>
            <a:r>
              <a:t>• Leadership lacks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Generative AI to automatically extract tasks, owners, deadlines, risks, blockers, and decisions from meetings.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Meeting Input</a:t>
            </a:r>
          </a:p>
          <a:p>
            <a:r>
              <a:rPr dirty="0"/>
              <a:t>      ↓</a:t>
            </a:r>
          </a:p>
          <a:p>
            <a:r>
              <a:rPr dirty="0" err="1"/>
              <a:t>FastAPI</a:t>
            </a:r>
            <a:r>
              <a:rPr dirty="0"/>
              <a:t> Backend</a:t>
            </a:r>
          </a:p>
          <a:p>
            <a:r>
              <a:rPr dirty="0"/>
              <a:t>      ↓</a:t>
            </a:r>
          </a:p>
          <a:p>
            <a:r>
              <a:rPr dirty="0"/>
              <a:t>OpenAI GPT / LLM</a:t>
            </a:r>
          </a:p>
          <a:p>
            <a:r>
              <a:rPr dirty="0"/>
              <a:t>      ↓</a:t>
            </a:r>
          </a:p>
          <a:p>
            <a:r>
              <a:rPr dirty="0"/>
              <a:t>Information Extraction</a:t>
            </a:r>
          </a:p>
          <a:p>
            <a:r>
              <a:rPr dirty="0"/>
              <a:t>      ↓</a:t>
            </a:r>
          </a:p>
          <a:p>
            <a:r>
              <a:rPr dirty="0"/>
              <a:t>Structured JSON</a:t>
            </a:r>
          </a:p>
          <a:p>
            <a:r>
              <a:rPr dirty="0"/>
              <a:t>      ↓</a:t>
            </a:r>
          </a:p>
          <a:p>
            <a:r>
              <a:rPr dirty="0"/>
              <a:t>MySQL + phpMyAdmin</a:t>
            </a:r>
          </a:p>
          <a:p>
            <a:r>
              <a:rPr dirty="0"/>
              <a:t>      ↓</a:t>
            </a:r>
          </a:p>
          <a:p>
            <a:r>
              <a:rPr dirty="0"/>
              <a:t>Dashboard &amp;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7071852"/>
          </a:xfrm>
        </p:spPr>
        <p:txBody>
          <a:bodyPr/>
          <a:lstStyle/>
          <a:p>
            <a:r>
              <a:rPr dirty="0"/>
              <a:t>User</a:t>
            </a:r>
          </a:p>
          <a:p>
            <a:r>
              <a:rPr dirty="0"/>
              <a:t>  ↓</a:t>
            </a:r>
          </a:p>
          <a:p>
            <a:r>
              <a:rPr dirty="0"/>
              <a:t>Meeting Transcript</a:t>
            </a:r>
          </a:p>
          <a:p>
            <a:r>
              <a:rPr dirty="0"/>
              <a:t>  ↓</a:t>
            </a:r>
          </a:p>
          <a:p>
            <a:r>
              <a:rPr dirty="0"/>
              <a:t>AI Analysis</a:t>
            </a:r>
          </a:p>
          <a:p>
            <a:r>
              <a:rPr dirty="0"/>
              <a:t>  ↓</a:t>
            </a:r>
          </a:p>
          <a:p>
            <a:r>
              <a:rPr dirty="0"/>
              <a:t>Extract Tasks, Risks, Owners</a:t>
            </a:r>
          </a:p>
          <a:p>
            <a:r>
              <a:rPr dirty="0"/>
              <a:t>  ↓</a:t>
            </a:r>
          </a:p>
          <a:p>
            <a:r>
              <a:rPr dirty="0"/>
              <a:t>Database Storage</a:t>
            </a:r>
          </a:p>
          <a:p>
            <a:r>
              <a:rPr dirty="0"/>
              <a:t>  ↓</a:t>
            </a:r>
          </a:p>
          <a:p>
            <a:r>
              <a:rPr dirty="0"/>
              <a:t>Search &amp;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integration is delayed because Vendor API is unstable. Rahul will coordinate with backend team before Friday. Priya escalated the concern.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Extraction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Payment Integration</a:t>
            </a:r>
          </a:p>
          <a:p>
            <a:r>
              <a:t>Owner: Rahul</a:t>
            </a:r>
          </a:p>
          <a:p>
            <a:r>
              <a:t>Deadline: Friday</a:t>
            </a:r>
          </a:p>
          <a:p>
            <a:r>
              <a:t>Blocker: Vendor API Instability</a:t>
            </a:r>
          </a:p>
          <a:p>
            <a:r>
              <a:t>Risk: Phase-2 Delay</a:t>
            </a:r>
          </a:p>
          <a:p>
            <a:r>
              <a:t>Escalated By: Priya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Meetings</a:t>
            </a:r>
          </a:p>
          <a:p>
            <a:r>
              <a:t>Projects</a:t>
            </a:r>
          </a:p>
          <a:p>
            <a:r>
              <a:t>Tasks</a:t>
            </a:r>
          </a:p>
          <a:p>
            <a:r>
              <a:t>Risks</a:t>
            </a:r>
          </a:p>
          <a:p>
            <a:r>
              <a:t>Escalations</a:t>
            </a:r>
          </a:p>
          <a:p>
            <a:r>
              <a:t>Stakeholders</a:t>
            </a:r>
          </a:p>
          <a:p>
            <a:endParaRPr/>
          </a:p>
          <a:p>
            <a:r>
              <a:t>Database: MySQL (phpMyAdmin)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Language Query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Question</a:t>
            </a:r>
          </a:p>
          <a:p>
            <a:r>
              <a:rPr dirty="0"/>
              <a:t>      ↓</a:t>
            </a:r>
          </a:p>
          <a:p>
            <a:r>
              <a:rPr dirty="0"/>
              <a:t>Query Engine</a:t>
            </a:r>
          </a:p>
          <a:p>
            <a:r>
              <a:rPr dirty="0"/>
              <a:t>      ↓</a:t>
            </a:r>
          </a:p>
          <a:p>
            <a:r>
              <a:rPr dirty="0"/>
              <a:t>Database Search</a:t>
            </a:r>
          </a:p>
          <a:p>
            <a:r>
              <a:rPr dirty="0"/>
              <a:t>      ↓</a:t>
            </a:r>
          </a:p>
          <a:p>
            <a:r>
              <a:rPr dirty="0"/>
              <a:t>Results Returned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</a:t>
            </a:r>
          </a:p>
          <a:p>
            <a:r>
              <a:t>Backend: FastAPI</a:t>
            </a:r>
          </a:p>
          <a:p>
            <a:r>
              <a:t>AI: OpenAI GPT</a:t>
            </a:r>
          </a:p>
          <a:p>
            <a:r>
              <a:t>Database: MySQL</a:t>
            </a:r>
          </a:p>
          <a:p>
            <a:r>
              <a:t>Vector DB: ChromaDB</a:t>
            </a:r>
          </a:p>
          <a:p>
            <a:r>
              <a:t>Framework: LangChain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Better Accountability</a:t>
            </a:r>
          </a:p>
          <a:p>
            <a:r>
              <a:t>• Faster Risk Detection</a:t>
            </a:r>
          </a:p>
          <a:p>
            <a:r>
              <a:t>• Improved Project Visibility</a:t>
            </a:r>
          </a:p>
          <a:p>
            <a:r>
              <a:t>• Automatic Task Tracking</a:t>
            </a:r>
          </a:p>
          <a:p>
            <a:r>
              <a:t>• Leadership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Voice-to-Text Meetings</a:t>
            </a:r>
          </a:p>
          <a:p>
            <a:r>
              <a:t>• Slack/MS Teams Integration</a:t>
            </a:r>
          </a:p>
          <a:p>
            <a:r>
              <a:t>• Real-Time Alerts</a:t>
            </a:r>
          </a:p>
          <a:p>
            <a:r>
              <a:t>• Predictive Risk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278</Words>
  <Application>Microsoft Office PowerPoint</Application>
  <PresentationFormat>On-screen Show (4:3)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AI-Powered Meeting Intelligence System</vt:lpstr>
      <vt:lpstr>Problem Statement</vt:lpstr>
      <vt:lpstr>Our Solution</vt:lpstr>
      <vt:lpstr>System Architecture Diagram</vt:lpstr>
      <vt:lpstr>Data Flow Diagram</vt:lpstr>
      <vt:lpstr>Example Input</vt:lpstr>
      <vt:lpstr>AI Extraction Output</vt:lpstr>
      <vt:lpstr>Database Design</vt:lpstr>
      <vt:lpstr>Natural Language Query Flow</vt:lpstr>
      <vt:lpstr>Tech Stack</vt:lpstr>
      <vt:lpstr>Business Benefits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 laptop</cp:lastModifiedBy>
  <cp:revision>2</cp:revision>
  <dcterms:created xsi:type="dcterms:W3CDTF">2013-01-27T09:14:16Z</dcterms:created>
  <dcterms:modified xsi:type="dcterms:W3CDTF">2026-06-09T09:05:51Z</dcterms:modified>
  <cp:category/>
</cp:coreProperties>
</file>